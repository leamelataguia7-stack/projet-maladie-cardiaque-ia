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Modélisation Prédictive : Risque de Maladie Cardiaque (10 ans)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Analyse comparative des modèles et gestion du déséquilibre</a:t>
            </a:r>
          </a:p>
          <a:p>
            <a:r>
              <a:t>[Votre Nom] -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: Prédire le risque de maladie cardiaque sur 10 ans.</a:t>
            </a:r>
          </a:p>
          <a:p>
            <a:r>
              <a:t>Enjeu Métier : Priorité absolue au Rappel (Recall).</a:t>
            </a:r>
          </a:p>
          <a:p>
            <a:r>
              <a:t>Pourquoi ? En médecine, il est crucial de minimiser les Faux Négatifs (ne pas rater un patient malade).</a:t>
            </a:r>
          </a:p>
          <a:p>
            <a:r>
              <a:t>Défis : Déséquilibre des classes important.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Algorithmes testés : Régression Logistique, Random Forest, XGBoost, Gradient Boosting, SVM, Arbre de décision.</a:t>
            </a:r>
          </a:p>
          <a:p>
            <a:r>
              <a:t>Scénarios de données :</a:t>
            </a:r>
          </a:p>
          <a:p>
            <a:r>
              <a:t>   - A1 : Données Brutes</a:t>
            </a:r>
          </a:p>
          <a:p>
            <a:r>
              <a:t>   - A2 : Données Scalées (Normalisées)</a:t>
            </a:r>
          </a:p>
          <a:p>
            <a:r>
              <a:t>   - B1 : SMOTE (Sur-échantillonnage)</a:t>
            </a:r>
          </a:p>
          <a:p>
            <a:r>
              <a:t>   - B2 : SMOTE + Scaling</a:t>
            </a:r>
          </a:p>
          <a:p>
            <a:r>
              <a:t>Métriques clés : Recall (Sensibilité), Précision, F1-Score, AUC-ROC.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A1 (Brut) : Le piège de l'Accuracy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 : Très bonne Accuracy globale (&gt;80%).</a:t>
            </a:r>
          </a:p>
          <a:p>
            <a:r>
              <a:t>Problème critique : Le Recall est inacceptable.</a:t>
            </a:r>
          </a:p>
          <a:p>
            <a:r>
              <a:t>Exemple Régression Logistique : Accuracy 85% mais Recall 4.7%.</a:t>
            </a:r>
          </a:p>
          <a:p>
            <a:r>
              <a:t>Exemple Gradient Boosting : Recall 10.1%.</a:t>
            </a:r>
          </a:p>
          <a:p>
            <a:r>
              <a:t>Conclusion : Les modèles ignorent les malades et privilégient la classe majoritaire.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B1 (SMOTE) : Le Tournant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Effet du SMOTE : Rééquilibrage efficace pour les modèles linéaires/SVM.</a:t>
            </a:r>
          </a:p>
          <a:p>
            <a:r>
              <a:t>Performance SVM (B1) :</a:t>
            </a:r>
          </a:p>
          <a:p>
            <a:r>
              <a:t>   - Recall : 65.1% (Forte hausse)</a:t>
            </a:r>
          </a:p>
          <a:p>
            <a:r>
              <a:t>   - Précision : 22.6% (Baisse mécanique)</a:t>
            </a:r>
          </a:p>
          <a:p>
            <a:r>
              <a:t>Performance Reg. Logistique (B1) :</a:t>
            </a:r>
          </a:p>
          <a:p>
            <a:r>
              <a:t>   - Recall : 58.9%</a:t>
            </a:r>
          </a:p>
          <a:p>
            <a:r>
              <a:t>Les modèles en arbre (RF, XGB) réagissent peu au SMOTE seul.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Comparatif Clé sur Dataset B1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LogReg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SVM B1 (Top 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XGBoost B1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Recall (Cible)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0.116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: Échec du Dataset B2 (SMOTE + Scalé)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 : Effondrement des modèles d'ensembles (RF, XGB, GB).</a:t>
            </a:r>
          </a:p>
          <a:p>
            <a:r>
              <a:t>Exemple XGBoost B2 :</a:t>
            </a:r>
          </a:p>
          <a:p>
            <a:r>
              <a:t>   - Accuracy : 15.2%</a:t>
            </a:r>
          </a:p>
          <a:p>
            <a:r>
              <a:t>   - Recall : 100% (Prédit 'Malade' pour tout le monde)</a:t>
            </a:r>
          </a:p>
          <a:p>
            <a:r>
              <a:t>Interprétation : Sur-apprentissage du bruit ou instabilité numérique.</a:t>
            </a:r>
          </a:p>
          <a:p>
            <a:r>
              <a:t>Décision : Dataset B2 écarté pour la sélection finale.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Visuelle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Heatmap des métriques (voir rapport) confirme :</a:t>
            </a:r>
          </a:p>
          <a:p>
            <a:r>
              <a:t>1. Les meilleurs F1-Scores sont sur B1 (SVM/LogReg).</a:t>
            </a:r>
          </a:p>
          <a:p>
            <a:r>
              <a:t>2. Le meilleur Brier Score est sur A1 (mais inutile pour le dépistage).</a:t>
            </a:r>
          </a:p>
          <a:p>
            <a:r>
              <a:t>(Veuillez insérer l'image de la Heatmap ici sur la slide finale)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Modèle retenu : SVM sur Dataset B1 (SMOTE).</a:t>
            </a:r>
          </a:p>
          <a:p>
            <a:r>
              <a:t>Pourquoi ?</a:t>
            </a:r>
          </a:p>
          <a:p>
            <a:r>
              <a:t>   1. Maximise le Recall (65.1%) : Capture le plus de patients à risque.</a:t>
            </a:r>
          </a:p>
          <a:p>
            <a:r>
              <a:t>   2. AUC-ROC stable (0.667).</a:t>
            </a:r>
          </a:p>
          <a:p>
            <a:r>
              <a:t>Alternative : Régression Logistique sur B1 (plus simple, perfs proches).</a:t>
            </a:r>
          </a:p>
          <a:p>
            <a:r>
              <a:t>Trade-off accepté : Une précision faible (beaucoup de faux positifs) est tolérable pour une première étape de dépistage.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